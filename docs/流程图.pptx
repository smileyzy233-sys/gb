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3618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06040" y="969264"/>
            <a:ext cx="365760" cy="0"/>
          </a:xfrm>
          <a:prstGeom prst="line">
            <a:avLst/>
          </a:prstGeom>
          <a:noFill/>
          <a:ln w="1778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4709160" y="969264"/>
            <a:ext cx="320040" cy="0"/>
          </a:xfrm>
          <a:prstGeom prst="line">
            <a:avLst/>
          </a:prstGeom>
          <a:noFill/>
          <a:ln w="1778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6094476" y="1325880"/>
            <a:ext cx="0" cy="210312"/>
          </a:xfrm>
          <a:prstGeom prst="line">
            <a:avLst/>
          </a:prstGeom>
          <a:noFill/>
          <a:ln w="1778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9372" y="1536192"/>
            <a:ext cx="3950208" cy="0"/>
          </a:xfrm>
          <a:prstGeom prst="line">
            <a:avLst/>
          </a:prstGeom>
          <a:noFill/>
          <a:ln w="1778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9372" y="1536192"/>
            <a:ext cx="0" cy="246888"/>
          </a:xfrm>
          <a:prstGeom prst="line">
            <a:avLst/>
          </a:prstGeom>
          <a:noFill/>
          <a:ln w="1778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069580" y="1536192"/>
            <a:ext cx="0" cy="246888"/>
          </a:xfrm>
          <a:prstGeom prst="line">
            <a:avLst/>
          </a:prstGeom>
          <a:noFill/>
          <a:ln w="1778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119372" y="2496312"/>
            <a:ext cx="0" cy="182880"/>
          </a:xfrm>
          <a:prstGeom prst="line">
            <a:avLst/>
          </a:prstGeom>
          <a:noFill/>
          <a:ln w="1778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69580" y="2496312"/>
            <a:ext cx="0" cy="182880"/>
          </a:xfrm>
          <a:prstGeom prst="line">
            <a:avLst/>
          </a:prstGeom>
          <a:noFill/>
          <a:ln w="1778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9372" y="2679192"/>
            <a:ext cx="3950208" cy="0"/>
          </a:xfrm>
          <a:prstGeom prst="line">
            <a:avLst/>
          </a:prstGeom>
          <a:noFill/>
          <a:ln w="1778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94476" y="2679192"/>
            <a:ext cx="0" cy="201168"/>
          </a:xfrm>
          <a:prstGeom prst="line">
            <a:avLst/>
          </a:prstGeom>
          <a:noFill/>
          <a:ln w="1778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094476" y="3429000"/>
            <a:ext cx="0" cy="274320"/>
          </a:xfrm>
          <a:prstGeom prst="line">
            <a:avLst/>
          </a:prstGeom>
          <a:noFill/>
          <a:ln w="1778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094476" y="4251960"/>
            <a:ext cx="0" cy="274320"/>
          </a:xfrm>
          <a:prstGeom prst="line">
            <a:avLst/>
          </a:prstGeom>
          <a:noFill/>
          <a:ln w="1778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85800" y="16459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企业国际标准采用证据识别与聚合流程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68680" y="704088"/>
            <a:ext cx="1737360" cy="530352"/>
          </a:xfrm>
          <a:prstGeom prst="rect">
            <a:avLst/>
          </a:prstGeom>
          <a:solidFill>
            <a:srgbClr val="FFFFFF"/>
          </a:solidFill>
          <a:ln w="1651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740664"/>
            <a:ext cx="159105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年报文本样本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971800" y="704088"/>
            <a:ext cx="1737360" cy="530352"/>
          </a:xfrm>
          <a:prstGeom prst="rect">
            <a:avLst/>
          </a:prstGeom>
          <a:solidFill>
            <a:srgbClr val="FFFFFF"/>
          </a:solidFill>
          <a:ln w="1651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44952" y="740664"/>
            <a:ext cx="159105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目标章节提取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0" y="612648"/>
            <a:ext cx="2148840" cy="713232"/>
          </a:xfrm>
          <a:prstGeom prst="rect">
            <a:avLst/>
          </a:prstGeom>
          <a:solidFill>
            <a:srgbClr val="FFFFFF"/>
          </a:solidFill>
          <a:ln w="1651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2352" y="649224"/>
            <a:ext cx="200253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待识别文本片段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按段落或句群切分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496312" y="1783080"/>
            <a:ext cx="3246120" cy="713232"/>
          </a:xfrm>
          <a:prstGeom prst="rect">
            <a:avLst/>
          </a:prstGeom>
          <a:solidFill>
            <a:srgbClr val="F8FAFC"/>
          </a:solidFill>
          <a:ln w="1651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9464" y="1819656"/>
            <a:ext cx="309981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关键词规则召回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命中标准、认证、体系等术语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46520" y="1783080"/>
            <a:ext cx="3246120" cy="713232"/>
          </a:xfrm>
          <a:prstGeom prst="rect">
            <a:avLst/>
          </a:prstGeom>
          <a:solidFill>
            <a:srgbClr val="F8FAFC"/>
          </a:solidFill>
          <a:ln w="1651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9672" y="1819656"/>
            <a:ext cx="309981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大模型语义初筛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判断是否可能涉及标准采纳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959352" y="2880360"/>
            <a:ext cx="4270248" cy="548640"/>
          </a:xfrm>
          <a:prstGeom prst="rect">
            <a:avLst/>
          </a:prstGeom>
          <a:solidFill>
            <a:srgbClr val="F8FAFC"/>
          </a:solidFill>
          <a:ln w="1651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32504" y="2916936"/>
            <a:ext cx="412394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候选片段集合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关键词召回或语义初筛相关（二者取并集）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3959352" y="3703320"/>
            <a:ext cx="4270248" cy="548640"/>
          </a:xfrm>
          <a:prstGeom prst="rect">
            <a:avLst/>
          </a:prstGeom>
          <a:solidFill>
            <a:srgbClr val="FFFFFF"/>
          </a:solidFill>
          <a:ln w="1651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32504" y="3739896"/>
            <a:ext cx="412394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结构化识别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识别标准名称、类型、采纳状态与证据</a:t>
            </a:r>
            <a:endParaRPr lang="en-US" sz="1220" dirty="0"/>
          </a:p>
        </p:txBody>
      </p:sp>
      <p:sp>
        <p:nvSpPr>
          <p:cNvPr id="29" name="Shape 27"/>
          <p:cNvSpPr/>
          <p:nvPr/>
        </p:nvSpPr>
        <p:spPr>
          <a:xfrm>
            <a:off x="3959352" y="4526280"/>
            <a:ext cx="4270248" cy="603504"/>
          </a:xfrm>
          <a:prstGeom prst="rect">
            <a:avLst/>
          </a:prstGeom>
          <a:solidFill>
            <a:srgbClr val="F8FAFC"/>
          </a:solidFill>
          <a:ln w="1651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32504" y="4562856"/>
            <a:ext cx="412394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采标映射与企业年度变量生成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判断该企业该年度是否存在国际标准采纳证据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234440" y="5559552"/>
            <a:ext cx="461772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80744" y="5650992"/>
            <a:ext cx="4325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图示说明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380744" y="5879592"/>
            <a:ext cx="4325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“待识别文本片段”按段落或句群切分；第二阶段仅截取片段原文进行结构化识别。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336792" y="5559552"/>
            <a:ext cx="461772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83096" y="5650992"/>
            <a:ext cx="4325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变量口径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483096" y="5879592"/>
            <a:ext cx="4325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企业年度层面只判断是否存在采标证据；同一年度多次提及只记录一次。</a:t>
            </a:r>
            <a:endParaRPr lang="en-US" sz="95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Office PowerPoint</Application>
  <PresentationFormat>宽屏</PresentationFormat>
  <Paragraphs>21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Arial</vt:lpstr>
      <vt:lpstr>Office Theme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企业国际标准采用测算流程图</dc:title>
  <dc:subject>企业国际标准采用测算流程图</dc:subject>
  <dc:creator>OpenAI</dc:creator>
  <cp:lastModifiedBy>镇宇 杨</cp:lastModifiedBy>
  <cp:revision>1</cp:revision>
  <dcterms:created xsi:type="dcterms:W3CDTF">2026-07-23T06:44:35Z</dcterms:created>
  <dcterms:modified xsi:type="dcterms:W3CDTF">2026-07-23T06:51:38Z</dcterms:modified>
</cp:coreProperties>
</file>